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ae9cbcdd-3dee-b2fb-5bfb-405bec24b48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Diana Marttila-Archibald for a few welcome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T&amp;D Connect  ·  Thursday, October 22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chip"/>
          <p:cNvSpPr txBox="1"/>
          <p:nvPr/>
        </p:nvSpPr>
        <p:spPr>
          <a:xfrm rot="-120000">
            <a:off x="548640" y="777240"/>
            <a:ext cx="192024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WELCOME WORDS</a:t>
            </a:r>
            <a:endParaRPr lang="en-US" sz="1300" dirty="0"/>
          </a:p>
        </p:txBody>
      </p:sp>
      <p:sp>
        <p:nvSpPr>
          <p:cNvPr id="3" name="Highlight"/>
          <p:cNvSpPr/>
          <p:nvPr/>
        </p:nvSpPr>
        <p:spPr>
          <a:xfrm rot="-120000">
            <a:off x="502920" y="2395728"/>
            <a:ext cx="2926080" cy="71323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Words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Diana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Diana Marttila-Archibald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Technology &amp; Data Leader</a:t>
            </a:r>
            <a:endParaRPr lang="en-US" sz="2000" dirty="0"/>
          </a:p>
        </p:txBody>
      </p:sp>
      <p:sp>
        <p:nvSpPr>
          <p:cNvPr id="6" name="Photo ring"/>
          <p:cNvSpPr/>
          <p:nvPr/>
        </p:nvSpPr>
        <p:spPr>
          <a:xfrm>
            <a:off x="5376672" y="850392"/>
            <a:ext cx="3236976" cy="32369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hoto slot (paste Diana's photo, crop to oval)"/>
          <p:cNvSpPr/>
          <p:nvPr/>
        </p:nvSpPr>
        <p:spPr>
          <a:xfrm>
            <a:off x="5486400" y="960120"/>
            <a:ext cx="3017520" cy="3017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dash"/>
          </a:ln>
        </p:spPr>
      </p:sp>
      <p:pic>
        <p:nvPicPr>
          <p:cNvPr id="8" name="Photo sl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11680"/>
            <a:ext cx="548640" cy="548640"/>
          </a:xfrm>
          <a:prstGeom prst="rect">
            <a:avLst/>
          </a:prstGeom>
        </p:spPr>
      </p:pic>
      <p:sp>
        <p:nvSpPr>
          <p:cNvPr id="9" name="Photo slot label"/>
          <p:cNvSpPr txBox="1"/>
          <p:nvPr/>
        </p:nvSpPr>
        <p:spPr>
          <a:xfrm>
            <a:off x="54864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Paste Diana's photo here</a:t>
            </a:r>
            <a:endParaRPr lang="en-US" sz="1300" dirty="0"/>
          </a:p>
        </p:txBody>
      </p:sp>
      <p:sp>
        <p:nvSpPr>
          <p:cNvPr id="10" name="Speech bubble"/>
          <p:cNvSpPr txBox="1"/>
          <p:nvPr/>
        </p:nvSpPr>
        <p:spPr>
          <a:xfrm>
            <a:off x="7543800" y="320040"/>
            <a:ext cx="1371600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Hello, T&amp;D!</a:t>
            </a:r>
            <a:endParaRPr lang="en-US" sz="1400" dirty="0"/>
          </a:p>
        </p:txBody>
      </p:sp>
      <p:pic>
        <p:nvPicPr>
          <p:cNvPr id="11" name="Star dood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731520"/>
            <a:ext cx="347472" cy="347472"/>
          </a:xfrm>
          <a:prstGeom prst="rect">
            <a:avLst/>
          </a:prstGeom>
        </p:spPr>
      </p:pic>
      <p:pic>
        <p:nvPicPr>
          <p:cNvPr id="12" name="Star dood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206240"/>
            <a:ext cx="274320" cy="274320"/>
          </a:xfrm>
          <a:prstGeom prst="rect">
            <a:avLst/>
          </a:prstGeom>
        </p:spPr>
      </p:pic>
      <p:pic>
        <p:nvPicPr>
          <p:cNvPr id="13" name="Star dood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291840"/>
            <a:ext cx="256032" cy="256032"/>
          </a:xfrm>
          <a:prstGeom prst="rect">
            <a:avLst/>
          </a:prstGeom>
        </p:spPr>
      </p:pic>
      <p:sp>
        <p:nvSpPr>
          <p:cNvPr id="14" name="Sparkle doodle"/>
          <p:cNvSpPr/>
          <p:nvPr/>
        </p:nvSpPr>
        <p:spPr>
          <a:xfrm>
            <a:off x="411480" y="347472"/>
            <a:ext cx="914" cy="128016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15" name="Sparkle doodle"/>
          <p:cNvSpPr/>
          <p:nvPr/>
        </p:nvSpPr>
        <p:spPr>
          <a:xfrm flipH="1">
            <a:off x="466344" y="40233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16" name="Sparkle doodle"/>
          <p:cNvSpPr/>
          <p:nvPr/>
        </p:nvSpPr>
        <p:spPr>
          <a:xfrm>
            <a:off x="265176" y="402336"/>
            <a:ext cx="91440" cy="91440"/>
          </a:xfrm>
          <a:prstGeom prst="line">
            <a:avLst/>
          </a:prstGeom>
          <a:noFill/>
          <a:ln w="28575">
            <a:solidFill>
              <a:srgbClr val="2FB3B5"/>
            </a:solidFill>
            <a:prstDash val="solid"/>
          </a:ln>
        </p:spPr>
      </p:sp>
      <p:sp>
        <p:nvSpPr>
          <p:cNvPr id="17" name="Sparkle doodle"/>
          <p:cNvSpPr/>
          <p:nvPr/>
        </p:nvSpPr>
        <p:spPr>
          <a:xfrm>
            <a:off x="5212080" y="713232"/>
            <a:ext cx="914" cy="128016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18" name="Sparkle doodle"/>
          <p:cNvSpPr/>
          <p:nvPr/>
        </p:nvSpPr>
        <p:spPr>
          <a:xfrm flipH="1">
            <a:off x="5266944" y="76809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19" name="Sparkle doodle"/>
          <p:cNvSpPr/>
          <p:nvPr/>
        </p:nvSpPr>
        <p:spPr>
          <a:xfrm>
            <a:off x="5065776" y="768096"/>
            <a:ext cx="91440" cy="91440"/>
          </a:xfrm>
          <a:prstGeom prst="line">
            <a:avLst/>
          </a:prstGeom>
          <a:noFill/>
          <a:ln w="28575">
            <a:solidFill>
              <a:srgbClr val="EE4D8B"/>
            </a:solidFill>
            <a:prstDash val="solid"/>
          </a:ln>
        </p:spPr>
      </p:sp>
      <p:sp>
        <p:nvSpPr>
          <p:cNvPr id="20" name="Sparkle doodle"/>
          <p:cNvSpPr/>
          <p:nvPr/>
        </p:nvSpPr>
        <p:spPr>
          <a:xfrm>
            <a:off x="8138160" y="4553712"/>
            <a:ext cx="914" cy="128016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21" name="Sparkle doodle"/>
          <p:cNvSpPr/>
          <p:nvPr/>
        </p:nvSpPr>
        <p:spPr>
          <a:xfrm flipH="1">
            <a:off x="8193024" y="460857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  <p:sp>
        <p:nvSpPr>
          <p:cNvPr id="22" name="Sparkle doodle"/>
          <p:cNvSpPr/>
          <p:nvPr/>
        </p:nvSpPr>
        <p:spPr>
          <a:xfrm>
            <a:off x="7991856" y="4608576"/>
            <a:ext cx="91440" cy="91440"/>
          </a:xfrm>
          <a:prstGeom prst="line">
            <a:avLst/>
          </a:prstGeom>
          <a:noFill/>
          <a:ln w="28575">
            <a:solidFill>
              <a:srgbClr val="F284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&amp;D Connect">
  <a:themeElements>
    <a:clrScheme name="T&amp;D Connect">
      <a:dk1>
        <a:srgbClr val="1F1F24"/>
      </a:dk1>
      <a:lt1>
        <a:srgbClr val="FFFFFF"/>
      </a:lt1>
      <a:dk2>
        <a:srgbClr val="5A5A66"/>
      </a:dk2>
      <a:lt2>
        <a:srgbClr val="F5F1EB"/>
      </a:lt2>
      <a:accent1>
        <a:srgbClr val="EE4D8B"/>
      </a:accent1>
      <a:accent2>
        <a:srgbClr val="2FB3B5"/>
      </a:accent2>
      <a:accent3>
        <a:srgbClr val="FFC93C"/>
      </a:accent3>
      <a:accent4>
        <a:srgbClr val="5B8DEF"/>
      </a:accent4>
      <a:accent5>
        <a:srgbClr val="F2843A"/>
      </a:accent5>
      <a:accent6>
        <a:srgbClr val="7B4FD6"/>
      </a:accent6>
      <a:hlink>
        <a:srgbClr val="5B8DEF"/>
      </a:hlink>
      <a:folHlink>
        <a:srgbClr val="7B4FD6"/>
      </a:folHlink>
    </a:clrScheme>
    <a:fontScheme name="T&amp;D Connect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Connect – October 22</dc:title>
  <dc:subject>PptxGenJS Presentation</dc:subject>
  <dc:creator>Zilin</dc:creator>
  <cp:lastModifiedBy>Zilin</cp:lastModifiedBy>
  <cp:revision>1</cp:revision>
  <dcterms:created xsi:type="dcterms:W3CDTF">2026-10-16T15:38:31Z</dcterms:created>
  <dcterms:modified xsi:type="dcterms:W3CDTF">2026-10-16T15:38:31Z</dcterms:modified>
</cp:coreProperties>
</file>