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11948e83-a81b-a0dc-1dba-fa53d1ed60c5}">
          <p14:sldIdLst>
            <p14:sldId id="256"/>
            <p14:sldId id="257"/>
          </p14:sldIdLst>
        </p14:section>
        <p14:section name="Team Session" id="{90e40c93-eb2c-cc6e-a9c8-0b8595f60fe6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Lunch &amp; Bowling" id="{967a07e6-f26a-40dc-cb20-9a689695d594}">
          <p14:sldIdLst>
            <p14:sldId id="265"/>
            <p14:sldId id="266"/>
          </p14:sldIdLst>
        </p14:section>
        <p14:section name="Wrap-up" id="{a6893e8a-9623-eba7-c870-838b513305f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T&amp;D Connect! Quick overview of the day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10:00–11:20 team games in the office, 11:30–1:30 lunch in our private room at Café Landwer, then 2:00–3:30 bowling at Playtime Bowling.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team writes one numerical guess, everyone reveals at once, closest team wins the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spaghetti, tape and one marshmallow per team. Freestanding, marshmallow on top, no hands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Kahoot on the main screen, then type the game PIN onto this slide or share it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Announce the 3rd, 2nd, then 1st place teams out loud and hand out the Kenvue gifts.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T&amp;D Connect  ·  Thursday, October 22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7548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chip"/>
          <p:cNvSpPr txBox="1"/>
          <p:nvPr/>
        </p:nvSpPr>
        <p:spPr>
          <a:xfrm rot="-120000">
            <a:off x="548640" y="777240"/>
            <a:ext cx="2103120" cy="365760"/>
          </a:xfrm>
          <a:prstGeom prst="roundRect">
            <a:avLst>
              <a:gd name="adj" fmla="val 3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TECH &amp; DATA TEAM</a:t>
            </a:r>
            <a:endParaRPr lang="en-US" sz="1300" dirty="0"/>
          </a:p>
        </p:txBody>
      </p:sp>
      <p:sp>
        <p:nvSpPr>
          <p:cNvPr id="3" name="Highlight"/>
          <p:cNvSpPr/>
          <p:nvPr/>
        </p:nvSpPr>
        <p:spPr>
          <a:xfrm rot="-120000">
            <a:off x="502920" y="2377440"/>
            <a:ext cx="4206240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572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T&amp;D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Games, lunch &amp; bowling with the team</a:t>
            </a:r>
            <a:endParaRPr lang="en-US" sz="1800" dirty="0"/>
          </a:p>
        </p:txBody>
      </p:sp>
      <p:sp>
        <p:nvSpPr>
          <p:cNvPr id="6" name="Label chip"/>
          <p:cNvSpPr txBox="1"/>
          <p:nvPr/>
        </p:nvSpPr>
        <p:spPr>
          <a:xfrm rot="120000">
            <a:off x="548640" y="3931920"/>
            <a:ext cx="2377440" cy="36576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Thursday, October 22</a:t>
            </a:r>
            <a:endParaRPr lang="en-US" sz="1400" dirty="0"/>
          </a:p>
        </p:txBody>
      </p:sp>
      <p:sp>
        <p:nvSpPr>
          <p:cNvPr id="7" name="Connector doodle"/>
          <p:cNvSpPr/>
          <p:nvPr/>
        </p:nvSpPr>
        <p:spPr>
          <a:xfrm>
            <a:off x="5715000" y="1051560"/>
            <a:ext cx="1325880" cy="1508760"/>
          </a:xfrm>
          <a:prstGeom prst="line">
            <a:avLst/>
          </a:prstGeom>
          <a:noFill/>
          <a:ln w="19050">
            <a:solidFill>
              <a:srgbClr val="5A5A66"/>
            </a:solidFill>
            <a:prstDash val="dash"/>
          </a:ln>
        </p:spPr>
      </p:sp>
      <p:sp>
        <p:nvSpPr>
          <p:cNvPr id="8" name="Connector doodle"/>
          <p:cNvSpPr/>
          <p:nvPr/>
        </p:nvSpPr>
        <p:spPr>
          <a:xfrm flipH="1">
            <a:off x="7040880" y="1143000"/>
            <a:ext cx="1325880" cy="1417320"/>
          </a:xfrm>
          <a:prstGeom prst="line">
            <a:avLst/>
          </a:prstGeom>
          <a:noFill/>
          <a:ln w="19050">
            <a:solidFill>
              <a:srgbClr val="5A5A66"/>
            </a:solidFill>
            <a:prstDash val="dash"/>
          </a:ln>
        </p:spPr>
      </p:sp>
      <p:sp>
        <p:nvSpPr>
          <p:cNvPr id="9" name="Connector doodle"/>
          <p:cNvSpPr/>
          <p:nvPr/>
        </p:nvSpPr>
        <p:spPr>
          <a:xfrm flipH="1">
            <a:off x="5760720" y="2560320"/>
            <a:ext cx="1280160" cy="1463040"/>
          </a:xfrm>
          <a:prstGeom prst="line">
            <a:avLst/>
          </a:prstGeom>
          <a:noFill/>
          <a:ln w="19050">
            <a:solidFill>
              <a:srgbClr val="5A5A66"/>
            </a:solidFill>
            <a:prstDash val="dash"/>
          </a:ln>
        </p:spPr>
      </p:sp>
      <p:sp>
        <p:nvSpPr>
          <p:cNvPr id="10" name="Connector doodle"/>
          <p:cNvSpPr/>
          <p:nvPr/>
        </p:nvSpPr>
        <p:spPr>
          <a:xfrm>
            <a:off x="7040880" y="2560320"/>
            <a:ext cx="1280160" cy="1417320"/>
          </a:xfrm>
          <a:prstGeom prst="line">
            <a:avLst/>
          </a:prstGeom>
          <a:noFill/>
          <a:ln w="19050">
            <a:solidFill>
              <a:srgbClr val="5A5A66"/>
            </a:solidFill>
            <a:prstDash val="dash"/>
          </a:ln>
        </p:spPr>
      </p:sp>
      <p:sp>
        <p:nvSpPr>
          <p:cNvPr id="11" name="Team circle"/>
          <p:cNvSpPr/>
          <p:nvPr/>
        </p:nvSpPr>
        <p:spPr>
          <a:xfrm>
            <a:off x="6080760" y="1600200"/>
            <a:ext cx="1920240" cy="192024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bg1"/>
            </a:solidFill>
            <a:prstDash val="solid"/>
          </a:ln>
        </p:spPr>
      </p:sp>
      <p:pic>
        <p:nvPicPr>
          <p:cNvPr id="12" name="Tea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011680"/>
            <a:ext cx="1097280" cy="1097280"/>
          </a:xfrm>
          <a:prstGeom prst="rect">
            <a:avLst/>
          </a:prstGeom>
        </p:spPr>
      </p:pic>
      <p:sp>
        <p:nvSpPr>
          <p:cNvPr id="13" name="Icon circle"/>
          <p:cNvSpPr/>
          <p:nvPr/>
        </p:nvSpPr>
        <p:spPr>
          <a:xfrm>
            <a:off x="5303520" y="640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571" y="821131"/>
            <a:ext cx="460858" cy="460858"/>
          </a:xfrm>
          <a:prstGeom prst="rect">
            <a:avLst/>
          </a:prstGeom>
        </p:spPr>
      </p:pic>
      <p:sp>
        <p:nvSpPr>
          <p:cNvPr id="15" name="Icon circle"/>
          <p:cNvSpPr/>
          <p:nvPr/>
        </p:nvSpPr>
        <p:spPr>
          <a:xfrm>
            <a:off x="7955280" y="7315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331" y="912571"/>
            <a:ext cx="460858" cy="460858"/>
          </a:xfrm>
          <a:prstGeom prst="rect">
            <a:avLst/>
          </a:prstGeom>
        </p:spPr>
      </p:pic>
      <p:sp>
        <p:nvSpPr>
          <p:cNvPr id="17" name="Icon circle"/>
          <p:cNvSpPr/>
          <p:nvPr/>
        </p:nvSpPr>
        <p:spPr>
          <a:xfrm>
            <a:off x="5349240" y="361188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0291" y="3792931"/>
            <a:ext cx="460858" cy="460858"/>
          </a:xfrm>
          <a:prstGeom prst="rect">
            <a:avLst/>
          </a:prstGeom>
        </p:spPr>
      </p:pic>
      <p:sp>
        <p:nvSpPr>
          <p:cNvPr id="19" name="Icon circle"/>
          <p:cNvSpPr/>
          <p:nvPr/>
        </p:nvSpPr>
        <p:spPr>
          <a:xfrm>
            <a:off x="7909560" y="35661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0611" y="3747211"/>
            <a:ext cx="460858" cy="460858"/>
          </a:xfrm>
          <a:prstGeom prst="rect">
            <a:avLst/>
          </a:prstGeom>
        </p:spPr>
      </p:pic>
      <p:pic>
        <p:nvPicPr>
          <p:cNvPr id="21" name="Star doodl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685800"/>
            <a:ext cx="347472" cy="347472"/>
          </a:xfrm>
          <a:prstGeom prst="rect">
            <a:avLst/>
          </a:prstGeom>
        </p:spPr>
      </p:pic>
      <p:pic>
        <p:nvPicPr>
          <p:cNvPr id="22" name="Star doodl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4343400"/>
            <a:ext cx="274320" cy="274320"/>
          </a:xfrm>
          <a:prstGeom prst="rect">
            <a:avLst/>
          </a:prstGeom>
        </p:spPr>
      </p:pic>
      <p:pic>
        <p:nvPicPr>
          <p:cNvPr id="23" name="Star doodl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411480"/>
            <a:ext cx="292608" cy="292608"/>
          </a:xfrm>
          <a:prstGeom prst="rect">
            <a:avLst/>
          </a:prstGeom>
        </p:spPr>
      </p:pic>
      <p:pic>
        <p:nvPicPr>
          <p:cNvPr id="24" name="Star doodl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1080" y="2606040"/>
            <a:ext cx="237744" cy="237744"/>
          </a:xfrm>
          <a:prstGeom prst="rect">
            <a:avLst/>
          </a:prstGeom>
        </p:spPr>
      </p:pic>
      <p:sp>
        <p:nvSpPr>
          <p:cNvPr id="25" name="Sparkle doodle"/>
          <p:cNvSpPr/>
          <p:nvPr/>
        </p:nvSpPr>
        <p:spPr>
          <a:xfrm>
            <a:off x="411480" y="347472"/>
            <a:ext cx="914" cy="128016"/>
          </a:xfrm>
          <a:prstGeom prst="line">
            <a:avLst/>
          </a:prstGeom>
          <a:noFill/>
          <a:ln w="28575">
            <a:solidFill>
              <a:srgbClr val="EE4D8B"/>
            </a:solidFill>
            <a:prstDash val="solid"/>
          </a:ln>
        </p:spPr>
      </p:sp>
      <p:sp>
        <p:nvSpPr>
          <p:cNvPr id="26" name="Sparkle doodle"/>
          <p:cNvSpPr/>
          <p:nvPr/>
        </p:nvSpPr>
        <p:spPr>
          <a:xfrm flipH="1">
            <a:off x="466344" y="402336"/>
            <a:ext cx="91440" cy="91440"/>
          </a:xfrm>
          <a:prstGeom prst="line">
            <a:avLst/>
          </a:prstGeom>
          <a:noFill/>
          <a:ln w="28575">
            <a:solidFill>
              <a:srgbClr val="EE4D8B"/>
            </a:solidFill>
            <a:prstDash val="solid"/>
          </a:ln>
        </p:spPr>
      </p:sp>
      <p:sp>
        <p:nvSpPr>
          <p:cNvPr id="27" name="Sparkle doodle"/>
          <p:cNvSpPr/>
          <p:nvPr/>
        </p:nvSpPr>
        <p:spPr>
          <a:xfrm>
            <a:off x="265176" y="402336"/>
            <a:ext cx="91440" cy="91440"/>
          </a:xfrm>
          <a:prstGeom prst="line">
            <a:avLst/>
          </a:prstGeom>
          <a:noFill/>
          <a:ln w="28575">
            <a:solidFill>
              <a:srgbClr val="EE4D8B"/>
            </a:solidFill>
            <a:prstDash val="solid"/>
          </a:ln>
        </p:spPr>
      </p:sp>
      <p:sp>
        <p:nvSpPr>
          <p:cNvPr id="28" name="Sparkle doodle"/>
          <p:cNvSpPr/>
          <p:nvPr/>
        </p:nvSpPr>
        <p:spPr>
          <a:xfrm>
            <a:off x="5074920" y="804672"/>
            <a:ext cx="914" cy="128016"/>
          </a:xfrm>
          <a:prstGeom prst="line">
            <a:avLst/>
          </a:prstGeom>
          <a:noFill/>
          <a:ln w="28575">
            <a:solidFill>
              <a:srgbClr val="2FB3B5"/>
            </a:solidFill>
            <a:prstDash val="solid"/>
          </a:ln>
        </p:spPr>
      </p:sp>
      <p:sp>
        <p:nvSpPr>
          <p:cNvPr id="29" name="Sparkle doodle"/>
          <p:cNvSpPr/>
          <p:nvPr/>
        </p:nvSpPr>
        <p:spPr>
          <a:xfrm flipH="1">
            <a:off x="5129784" y="859536"/>
            <a:ext cx="91440" cy="91440"/>
          </a:xfrm>
          <a:prstGeom prst="line">
            <a:avLst/>
          </a:prstGeom>
          <a:noFill/>
          <a:ln w="28575">
            <a:solidFill>
              <a:srgbClr val="2FB3B5"/>
            </a:solidFill>
            <a:prstDash val="solid"/>
          </a:ln>
        </p:spPr>
      </p:sp>
      <p:sp>
        <p:nvSpPr>
          <p:cNvPr id="30" name="Sparkle doodle"/>
          <p:cNvSpPr/>
          <p:nvPr/>
        </p:nvSpPr>
        <p:spPr>
          <a:xfrm>
            <a:off x="4928616" y="859536"/>
            <a:ext cx="91440" cy="91440"/>
          </a:xfrm>
          <a:prstGeom prst="line">
            <a:avLst/>
          </a:prstGeom>
          <a:noFill/>
          <a:ln w="28575">
            <a:solidFill>
              <a:srgbClr val="2FB3B5"/>
            </a:solidFill>
            <a:prstDash val="solid"/>
          </a:ln>
        </p:spPr>
      </p:sp>
      <p:sp>
        <p:nvSpPr>
          <p:cNvPr id="31" name="Sparkle doodle"/>
          <p:cNvSpPr/>
          <p:nvPr/>
        </p:nvSpPr>
        <p:spPr>
          <a:xfrm>
            <a:off x="7863840" y="4599432"/>
            <a:ext cx="914" cy="128016"/>
          </a:xfrm>
          <a:prstGeom prst="line">
            <a:avLst/>
          </a:prstGeom>
          <a:noFill/>
          <a:ln w="28575">
            <a:solidFill>
              <a:srgbClr val="F2843A"/>
            </a:solidFill>
            <a:prstDash val="solid"/>
          </a:ln>
        </p:spPr>
      </p:sp>
      <p:sp>
        <p:nvSpPr>
          <p:cNvPr id="32" name="Sparkle doodle"/>
          <p:cNvSpPr/>
          <p:nvPr/>
        </p:nvSpPr>
        <p:spPr>
          <a:xfrm flipH="1">
            <a:off x="7918704" y="4654296"/>
            <a:ext cx="91440" cy="91440"/>
          </a:xfrm>
          <a:prstGeom prst="line">
            <a:avLst/>
          </a:prstGeom>
          <a:noFill/>
          <a:ln w="28575">
            <a:solidFill>
              <a:srgbClr val="F2843A"/>
            </a:solidFill>
            <a:prstDash val="solid"/>
          </a:ln>
        </p:spPr>
      </p:sp>
      <p:sp>
        <p:nvSpPr>
          <p:cNvPr id="33" name="Sparkle doodle"/>
          <p:cNvSpPr/>
          <p:nvPr/>
        </p:nvSpPr>
        <p:spPr>
          <a:xfrm>
            <a:off x="7717536" y="4654296"/>
            <a:ext cx="91440" cy="91440"/>
          </a:xfrm>
          <a:prstGeom prst="line">
            <a:avLst/>
          </a:prstGeom>
          <a:noFill/>
          <a:ln w="28575">
            <a:solidFill>
              <a:srgbClr val="F2843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Game Plan</a:t>
            </a:r>
            <a:endParaRPr lang="en-US" sz="3000" dirty="0"/>
          </a:p>
        </p:txBody>
      </p:sp>
      <p:sp>
        <p:nvSpPr>
          <p:cNvPr id="3" name="Agenda card"/>
          <p:cNvSpPr/>
          <p:nvPr/>
        </p:nvSpPr>
        <p:spPr>
          <a:xfrm>
            <a:off x="457200" y="1417320"/>
            <a:ext cx="2560320" cy="3108960"/>
          </a:xfrm>
          <a:prstGeom prst="roundRect">
            <a:avLst>
              <a:gd name="adj" fmla="val 53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685800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78673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6479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10:00 – 11:20 AM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4414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Session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Big Guess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Spaghetti Tower Challenge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Kahoot trivia &amp; fun facts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Prizes for top performers</a:t>
            </a:r>
            <a:endParaRPr lang="en-US" sz="1400" dirty="0"/>
          </a:p>
        </p:txBody>
      </p:sp>
      <p:sp>
        <p:nvSpPr>
          <p:cNvPr id="9" name="Agenda card"/>
          <p:cNvSpPr/>
          <p:nvPr/>
        </p:nvSpPr>
        <p:spPr>
          <a:xfrm>
            <a:off x="3291840" y="1417320"/>
            <a:ext cx="2560320" cy="3108960"/>
          </a:xfrm>
          <a:prstGeom prst="roundRect">
            <a:avLst>
              <a:gd name="adj" fmla="val 53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352044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258" y="178673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51960" y="176479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11:30 AM – 1:30 PM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4414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Lunch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Private room at Café Landwer</a:t>
            </a:r>
            <a:endParaRPr lang="en-US" sz="1400" dirty="0"/>
          </a:p>
        </p:txBody>
      </p:sp>
      <p:sp>
        <p:nvSpPr>
          <p:cNvPr id="15" name="Agenda card"/>
          <p:cNvSpPr/>
          <p:nvPr/>
        </p:nvSpPr>
        <p:spPr>
          <a:xfrm>
            <a:off x="6126480" y="1417320"/>
            <a:ext cx="2560320" cy="3108960"/>
          </a:xfrm>
          <a:prstGeom prst="roundRect">
            <a:avLst>
              <a:gd name="adj" fmla="val 53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6355080" y="16459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898" y="1786738"/>
            <a:ext cx="358445" cy="35844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86600" y="176479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2:00 – 3:30 PM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4414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Bowling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Playtime Bowling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chip"/>
          <p:cNvSpPr txBox="1"/>
          <p:nvPr/>
        </p:nvSpPr>
        <p:spPr>
          <a:xfrm rot="-120000">
            <a:off x="548640" y="914400"/>
            <a:ext cx="118872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PART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Session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63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10:00 – 11:20 AM  ·  Get into your teams!</a:t>
            </a:r>
            <a:endParaRPr lang="en-US" sz="2000" dirty="0"/>
          </a:p>
        </p:txBody>
      </p:sp>
      <p:sp>
        <p:nvSpPr>
          <p:cNvPr id="5" name="Round row"/>
          <p:cNvSpPr/>
          <p:nvPr/>
        </p:nvSpPr>
        <p:spPr>
          <a:xfrm>
            <a:off x="5394960" y="868680"/>
            <a:ext cx="329184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532120" y="9829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868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Big Guess</a:t>
            </a:r>
            <a:endParaRPr lang="en-US" sz="1500" dirty="0"/>
          </a:p>
        </p:txBody>
      </p:sp>
      <p:sp>
        <p:nvSpPr>
          <p:cNvPr id="8" name="Round row"/>
          <p:cNvSpPr/>
          <p:nvPr/>
        </p:nvSpPr>
        <p:spPr>
          <a:xfrm>
            <a:off x="5394960" y="1737360"/>
            <a:ext cx="329184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32120" y="18516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737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Spaghetti Tower Challenge</a:t>
            </a:r>
            <a:endParaRPr lang="en-US" sz="1500" dirty="0"/>
          </a:p>
        </p:txBody>
      </p:sp>
      <p:sp>
        <p:nvSpPr>
          <p:cNvPr id="11" name="Round row"/>
          <p:cNvSpPr/>
          <p:nvPr/>
        </p:nvSpPr>
        <p:spPr>
          <a:xfrm>
            <a:off x="5394960" y="2606040"/>
            <a:ext cx="329184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32120" y="272034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606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Kahoot Trivia &amp; Fun Facts</a:t>
            </a:r>
            <a:endParaRPr lang="en-US" sz="1500" dirty="0"/>
          </a:p>
        </p:txBody>
      </p:sp>
      <p:sp>
        <p:nvSpPr>
          <p:cNvPr id="14" name="Round row"/>
          <p:cNvSpPr/>
          <p:nvPr/>
        </p:nvSpPr>
        <p:spPr>
          <a:xfrm>
            <a:off x="5394960" y="3474720"/>
            <a:ext cx="329184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358902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474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Prizes for Top Performers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chip"/>
          <p:cNvSpPr txBox="1"/>
          <p:nvPr/>
        </p:nvSpPr>
        <p:spPr>
          <a:xfrm rot="-120000">
            <a:off x="548640" y="914400"/>
            <a:ext cx="137160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ROUND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Guess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63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Think big. Guess smart.</a:t>
            </a:r>
            <a:endParaRPr lang="en-US" sz="2000" dirty="0"/>
          </a:p>
        </p:txBody>
      </p:sp>
      <p:sp>
        <p:nvSpPr>
          <p:cNvPr id="5" name="Icon circle"/>
          <p:cNvSpPr/>
          <p:nvPr/>
        </p:nvSpPr>
        <p:spPr>
          <a:xfrm>
            <a:off x="5852160" y="685800"/>
            <a:ext cx="2651760" cy="26517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6" name="Roun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28016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77840" y="3520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sec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 question</a:t>
            </a:r>
            <a:endParaRPr lang="en-US" sz="3200" dirty="0"/>
          </a:p>
        </p:txBody>
      </p:sp>
      <p:pic>
        <p:nvPicPr>
          <p:cNvPr id="8" name="Star dood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548640"/>
            <a:ext cx="320040" cy="320040"/>
          </a:xfrm>
          <a:prstGeom prst="rect">
            <a:avLst/>
          </a:prstGeom>
        </p:spPr>
      </p:pic>
      <p:pic>
        <p:nvPicPr>
          <p:cNvPr id="9" name="Star dood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10896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tivity slide" descr="/mnt/user-data/uploads/Screenshot_2026-10-16_1001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81" y="0"/>
            <a:ext cx="909683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chip"/>
          <p:cNvSpPr txBox="1"/>
          <p:nvPr/>
        </p:nvSpPr>
        <p:spPr>
          <a:xfrm rot="-120000">
            <a:off x="548640" y="914400"/>
            <a:ext cx="1371600" cy="365760"/>
          </a:xfrm>
          <a:prstGeom prst="roundRect">
            <a:avLst>
              <a:gd name="adj" fmla="val 3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ROUND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Spaghetti Tower Challenge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63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Build the tallest tower that holds the marshmallow on top</a:t>
            </a:r>
            <a:endParaRPr lang="en-US" sz="2000" dirty="0"/>
          </a:p>
        </p:txBody>
      </p:sp>
      <p:sp>
        <p:nvSpPr>
          <p:cNvPr id="5" name="Icon circle"/>
          <p:cNvSpPr/>
          <p:nvPr/>
        </p:nvSpPr>
        <p:spPr>
          <a:xfrm>
            <a:off x="5852160" y="685800"/>
            <a:ext cx="2651760" cy="26517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6" name="Roun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28016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77840" y="3520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min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 plan, build &amp; test</a:t>
            </a:r>
            <a:endParaRPr lang="en-US" sz="3200" dirty="0"/>
          </a:p>
        </p:txBody>
      </p:sp>
      <p:pic>
        <p:nvPicPr>
          <p:cNvPr id="8" name="Star dood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548640"/>
            <a:ext cx="320040" cy="320040"/>
          </a:xfrm>
          <a:prstGeom prst="rect">
            <a:avLst/>
          </a:prstGeom>
        </p:spPr>
      </p:pic>
      <p:pic>
        <p:nvPicPr>
          <p:cNvPr id="9" name="Star dood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10896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tivity slide" descr="/mnt/user-data/uploads/Screenshot_2026-10-16_1003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0" y="0"/>
            <a:ext cx="909552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chip"/>
          <p:cNvSpPr txBox="1"/>
          <p:nvPr/>
        </p:nvSpPr>
        <p:spPr>
          <a:xfrm rot="-120000">
            <a:off x="548640" y="914400"/>
            <a:ext cx="137160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ROUND 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Trivia &amp; Fun Facts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63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Kahoot! Fastest correct answers win</a:t>
            </a:r>
            <a:endParaRPr lang="en-US" sz="2000" dirty="0"/>
          </a:p>
        </p:txBody>
      </p:sp>
      <p:sp>
        <p:nvSpPr>
          <p:cNvPr id="5" name="Join card"/>
          <p:cNvSpPr/>
          <p:nvPr/>
        </p:nvSpPr>
        <p:spPr>
          <a:xfrm>
            <a:off x="5486400" y="640080"/>
            <a:ext cx="3200400" cy="38404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</p:spPr>
      </p:sp>
      <p:sp>
        <p:nvSpPr>
          <p:cNvPr id="6" name="Icon circle"/>
          <p:cNvSpPr/>
          <p:nvPr/>
        </p:nvSpPr>
        <p:spPr>
          <a:xfrm>
            <a:off x="5715000" y="82296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5701" y="9436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0" y="822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join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15087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Go to kahoot.it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Enter the game PIN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Join with your team name</a:t>
            </a:r>
            <a:endParaRPr lang="en-US" sz="1400" dirty="0"/>
          </a:p>
        </p:txBody>
      </p:sp>
      <p:sp>
        <p:nvSpPr>
          <p:cNvPr id="10" name="Game PIN (type the PIN here)"/>
          <p:cNvSpPr txBox="1"/>
          <p:nvPr/>
        </p:nvSpPr>
        <p:spPr>
          <a:xfrm>
            <a:off x="5760720" y="2651760"/>
            <a:ext cx="26517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PIN: ________</a:t>
            </a:r>
            <a:endParaRPr lang="en-US" sz="1800" dirty="0"/>
          </a:p>
        </p:txBody>
      </p:sp>
      <p:sp>
        <p:nvSpPr>
          <p:cNvPr id="11" name="QR slot"/>
          <p:cNvSpPr/>
          <p:nvPr/>
        </p:nvSpPr>
        <p:spPr>
          <a:xfrm>
            <a:off x="5760720" y="324612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5760720" y="32461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Paste QR code here (optional)</a:t>
            </a:r>
            <a:endParaRPr lang="en-US" sz="1200" dirty="0"/>
          </a:p>
        </p:txBody>
      </p:sp>
      <p:pic>
        <p:nvPicPr>
          <p:cNvPr id="13" name="Star dood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11480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chip"/>
          <p:cNvSpPr txBox="1"/>
          <p:nvPr/>
        </p:nvSpPr>
        <p:spPr>
          <a:xfrm rot="-60000">
            <a:off x="457200" y="182880"/>
            <a:ext cx="3291840" cy="36576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KENVUE GIFTS FOR TOP PERFORMERS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the Winners Are…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Drumroll, please!</a:t>
            </a:r>
            <a:endParaRPr lang="en-US" sz="1800" dirty="0"/>
          </a:p>
        </p:txBody>
      </p:sp>
      <p:sp>
        <p:nvSpPr>
          <p:cNvPr id="5" name="2nd podium"/>
          <p:cNvSpPr txBox="1"/>
          <p:nvPr/>
        </p:nvSpPr>
        <p:spPr>
          <a:xfrm>
            <a:off x="1463040" y="3383280"/>
            <a:ext cx="1920240" cy="12344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2nd</a:t>
            </a:r>
            <a:endParaRPr lang="en-US" sz="2800" dirty="0"/>
          </a:p>
        </p:txBody>
      </p:sp>
      <p:pic>
        <p:nvPicPr>
          <p:cNvPr id="6" name="2nd troph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2514600"/>
            <a:ext cx="731520" cy="731520"/>
          </a:xfrm>
          <a:prstGeom prst="rect">
            <a:avLst/>
          </a:prstGeom>
        </p:spPr>
      </p:pic>
      <p:sp>
        <p:nvSpPr>
          <p:cNvPr id="7" name="1st podium"/>
          <p:cNvSpPr txBox="1"/>
          <p:nvPr/>
        </p:nvSpPr>
        <p:spPr>
          <a:xfrm>
            <a:off x="3611880" y="2834640"/>
            <a:ext cx="1920240" cy="178308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1st</a:t>
            </a:r>
            <a:endParaRPr lang="en-US" sz="2800" dirty="0"/>
          </a:p>
        </p:txBody>
      </p:sp>
      <p:pic>
        <p:nvPicPr>
          <p:cNvPr id="8" name="1st trophy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83080"/>
            <a:ext cx="914400" cy="914400"/>
          </a:xfrm>
          <a:prstGeom prst="rect">
            <a:avLst/>
          </a:prstGeom>
        </p:spPr>
      </p:pic>
      <p:sp>
        <p:nvSpPr>
          <p:cNvPr id="9" name="3rd podium"/>
          <p:cNvSpPr txBox="1"/>
          <p:nvPr/>
        </p:nvSpPr>
        <p:spPr>
          <a:xfrm>
            <a:off x="5760720" y="3749040"/>
            <a:ext cx="1920240" cy="86868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3rd</a:t>
            </a:r>
            <a:endParaRPr lang="en-US" sz="2800" dirty="0"/>
          </a:p>
        </p:txBody>
      </p:sp>
      <p:pic>
        <p:nvPicPr>
          <p:cNvPr id="10" name="3rd troph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880360"/>
            <a:ext cx="731520" cy="731520"/>
          </a:xfrm>
          <a:prstGeom prst="rect">
            <a:avLst/>
          </a:prstGeom>
        </p:spPr>
      </p:pic>
      <p:pic>
        <p:nvPicPr>
          <p:cNvPr id="11" name="Star dood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554480"/>
            <a:ext cx="320040" cy="320040"/>
          </a:xfrm>
          <a:prstGeom prst="rect">
            <a:avLst/>
          </a:prstGeom>
        </p:spPr>
      </p:pic>
      <p:pic>
        <p:nvPicPr>
          <p:cNvPr id="12" name="Star doodl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68880"/>
            <a:ext cx="256032" cy="256032"/>
          </a:xfrm>
          <a:prstGeom prst="rect">
            <a:avLst/>
          </a:prstGeom>
        </p:spPr>
      </p:pic>
      <p:pic>
        <p:nvPicPr>
          <p:cNvPr id="13" name="Star doodl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1783080"/>
            <a:ext cx="219456" cy="219456"/>
          </a:xfrm>
          <a:prstGeom prst="rect">
            <a:avLst/>
          </a:prstGeom>
        </p:spPr>
      </p:pic>
      <p:pic>
        <p:nvPicPr>
          <p:cNvPr id="14" name="Star doodl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2057400"/>
            <a:ext cx="237744" cy="237744"/>
          </a:xfrm>
          <a:prstGeom prst="rect">
            <a:avLst/>
          </a:prstGeom>
        </p:spPr>
      </p:pic>
      <p:sp>
        <p:nvSpPr>
          <p:cNvPr id="15" name="Sparkle doodle"/>
          <p:cNvSpPr/>
          <p:nvPr/>
        </p:nvSpPr>
        <p:spPr>
          <a:xfrm>
            <a:off x="4206240" y="1627632"/>
            <a:ext cx="914" cy="128016"/>
          </a:xfrm>
          <a:prstGeom prst="line">
            <a:avLst/>
          </a:prstGeom>
          <a:noFill/>
          <a:ln w="28575">
            <a:solidFill>
              <a:srgbClr val="EE4D8B"/>
            </a:solidFill>
            <a:prstDash val="solid"/>
          </a:ln>
        </p:spPr>
      </p:sp>
      <p:sp>
        <p:nvSpPr>
          <p:cNvPr id="16" name="Sparkle doodle"/>
          <p:cNvSpPr/>
          <p:nvPr/>
        </p:nvSpPr>
        <p:spPr>
          <a:xfrm flipH="1">
            <a:off x="4261104" y="1682496"/>
            <a:ext cx="91440" cy="91440"/>
          </a:xfrm>
          <a:prstGeom prst="line">
            <a:avLst/>
          </a:prstGeom>
          <a:noFill/>
          <a:ln w="28575">
            <a:solidFill>
              <a:srgbClr val="EE4D8B"/>
            </a:solidFill>
            <a:prstDash val="solid"/>
          </a:ln>
        </p:spPr>
      </p:sp>
      <p:sp>
        <p:nvSpPr>
          <p:cNvPr id="17" name="Sparkle doodle"/>
          <p:cNvSpPr/>
          <p:nvPr/>
        </p:nvSpPr>
        <p:spPr>
          <a:xfrm>
            <a:off x="4059936" y="1682496"/>
            <a:ext cx="91440" cy="91440"/>
          </a:xfrm>
          <a:prstGeom prst="line">
            <a:avLst/>
          </a:prstGeom>
          <a:noFill/>
          <a:ln w="28575">
            <a:solidFill>
              <a:srgbClr val="EE4D8B"/>
            </a:solidFill>
            <a:prstDash val="solid"/>
          </a:ln>
        </p:spPr>
      </p:sp>
      <p:sp>
        <p:nvSpPr>
          <p:cNvPr id="18" name="Sparkle doodle"/>
          <p:cNvSpPr/>
          <p:nvPr/>
        </p:nvSpPr>
        <p:spPr>
          <a:xfrm>
            <a:off x="5349240" y="1581912"/>
            <a:ext cx="914" cy="128016"/>
          </a:xfrm>
          <a:prstGeom prst="line">
            <a:avLst/>
          </a:prstGeom>
          <a:noFill/>
          <a:ln w="28575">
            <a:solidFill>
              <a:srgbClr val="2FB3B5"/>
            </a:solidFill>
            <a:prstDash val="solid"/>
          </a:ln>
        </p:spPr>
      </p:sp>
      <p:sp>
        <p:nvSpPr>
          <p:cNvPr id="19" name="Sparkle doodle"/>
          <p:cNvSpPr/>
          <p:nvPr/>
        </p:nvSpPr>
        <p:spPr>
          <a:xfrm flipH="1">
            <a:off x="5404104" y="1636776"/>
            <a:ext cx="91440" cy="91440"/>
          </a:xfrm>
          <a:prstGeom prst="line">
            <a:avLst/>
          </a:prstGeom>
          <a:noFill/>
          <a:ln w="28575">
            <a:solidFill>
              <a:srgbClr val="2FB3B5"/>
            </a:solidFill>
            <a:prstDash val="solid"/>
          </a:ln>
        </p:spPr>
      </p:sp>
      <p:sp>
        <p:nvSpPr>
          <p:cNvPr id="20" name="Sparkle doodle"/>
          <p:cNvSpPr/>
          <p:nvPr/>
        </p:nvSpPr>
        <p:spPr>
          <a:xfrm>
            <a:off x="5202936" y="1636776"/>
            <a:ext cx="91440" cy="91440"/>
          </a:xfrm>
          <a:prstGeom prst="line">
            <a:avLst/>
          </a:prstGeom>
          <a:noFill/>
          <a:ln w="28575">
            <a:solidFill>
              <a:srgbClr val="2FB3B5"/>
            </a:solidFill>
            <a:prstDash val="solid"/>
          </a:ln>
        </p:spPr>
      </p:sp>
      <p:sp>
        <p:nvSpPr>
          <p:cNvPr id="21" name="Sparkle doodle"/>
          <p:cNvSpPr/>
          <p:nvPr/>
        </p:nvSpPr>
        <p:spPr>
          <a:xfrm>
            <a:off x="7498080" y="2907792"/>
            <a:ext cx="914" cy="128016"/>
          </a:xfrm>
          <a:prstGeom prst="line">
            <a:avLst/>
          </a:prstGeom>
          <a:noFill/>
          <a:ln w="28575">
            <a:solidFill>
              <a:srgbClr val="F2843A"/>
            </a:solidFill>
            <a:prstDash val="solid"/>
          </a:ln>
        </p:spPr>
      </p:sp>
      <p:sp>
        <p:nvSpPr>
          <p:cNvPr id="22" name="Sparkle doodle"/>
          <p:cNvSpPr/>
          <p:nvPr/>
        </p:nvSpPr>
        <p:spPr>
          <a:xfrm flipH="1">
            <a:off x="7552944" y="2962656"/>
            <a:ext cx="91440" cy="91440"/>
          </a:xfrm>
          <a:prstGeom prst="line">
            <a:avLst/>
          </a:prstGeom>
          <a:noFill/>
          <a:ln w="28575">
            <a:solidFill>
              <a:srgbClr val="F2843A"/>
            </a:solidFill>
            <a:prstDash val="solid"/>
          </a:ln>
        </p:spPr>
      </p:sp>
      <p:sp>
        <p:nvSpPr>
          <p:cNvPr id="23" name="Sparkle doodle"/>
          <p:cNvSpPr/>
          <p:nvPr/>
        </p:nvSpPr>
        <p:spPr>
          <a:xfrm>
            <a:off x="7351776" y="2962656"/>
            <a:ext cx="91440" cy="91440"/>
          </a:xfrm>
          <a:prstGeom prst="line">
            <a:avLst/>
          </a:prstGeom>
          <a:noFill/>
          <a:ln w="28575">
            <a:solidFill>
              <a:srgbClr val="F2843A"/>
            </a:solidFill>
            <a:prstDash val="solid"/>
          </a:ln>
        </p:spPr>
      </p:sp>
      <p:sp>
        <p:nvSpPr>
          <p:cNvPr id="24" name="Sparkle doodle"/>
          <p:cNvSpPr/>
          <p:nvPr/>
        </p:nvSpPr>
        <p:spPr>
          <a:xfrm>
            <a:off x="1234440" y="3090672"/>
            <a:ext cx="914" cy="128016"/>
          </a:xfrm>
          <a:prstGeom prst="line">
            <a:avLst/>
          </a:prstGeom>
          <a:noFill/>
          <a:ln w="28575">
            <a:solidFill>
              <a:srgbClr val="5B8DEF"/>
            </a:solidFill>
            <a:prstDash val="solid"/>
          </a:ln>
        </p:spPr>
      </p:sp>
      <p:sp>
        <p:nvSpPr>
          <p:cNvPr id="25" name="Sparkle doodle"/>
          <p:cNvSpPr/>
          <p:nvPr/>
        </p:nvSpPr>
        <p:spPr>
          <a:xfrm flipH="1">
            <a:off x="1289304" y="3145536"/>
            <a:ext cx="91440" cy="91440"/>
          </a:xfrm>
          <a:prstGeom prst="line">
            <a:avLst/>
          </a:prstGeom>
          <a:noFill/>
          <a:ln w="28575">
            <a:solidFill>
              <a:srgbClr val="5B8DEF"/>
            </a:solidFill>
            <a:prstDash val="solid"/>
          </a:ln>
        </p:spPr>
      </p:sp>
      <p:sp>
        <p:nvSpPr>
          <p:cNvPr id="26" name="Sparkle doodle"/>
          <p:cNvSpPr/>
          <p:nvPr/>
        </p:nvSpPr>
        <p:spPr>
          <a:xfrm>
            <a:off x="1088136" y="3145536"/>
            <a:ext cx="91440" cy="91440"/>
          </a:xfrm>
          <a:prstGeom prst="line">
            <a:avLst/>
          </a:prstGeom>
          <a:noFill/>
          <a:ln w="28575">
            <a:solidFill>
              <a:srgbClr val="5B8DE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chip"/>
          <p:cNvSpPr txBox="1"/>
          <p:nvPr/>
        </p:nvSpPr>
        <p:spPr>
          <a:xfrm rot="-120000">
            <a:off x="548640" y="914400"/>
            <a:ext cx="118872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PART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Lunch at Café Landwer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63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11:30 AM – 1:30 PM  ·  Private room</a:t>
            </a:r>
            <a:endParaRPr lang="en-US" sz="2000" dirty="0"/>
          </a:p>
        </p:txBody>
      </p:sp>
      <p:sp>
        <p:nvSpPr>
          <p:cNvPr id="5" name="Photo slot (delete &amp; paste photo)"/>
          <p:cNvSpPr/>
          <p:nvPr/>
        </p:nvSpPr>
        <p:spPr>
          <a:xfrm>
            <a:off x="5486400" y="640080"/>
            <a:ext cx="3200400" cy="3840480"/>
          </a:xfrm>
          <a:prstGeom prst="roundRect">
            <a:avLst>
              <a:gd name="adj" fmla="val 4286"/>
            </a:avLst>
          </a:prstGeom>
          <a:solidFill>
            <a:schemeClr val="bg1">
              <a:alpha val="85000"/>
            </a:schemeClr>
          </a:solidFill>
          <a:ln w="19050">
            <a:solidFill>
              <a:schemeClr val="tx2"/>
            </a:solidFill>
            <a:prstDash val="dash"/>
          </a:ln>
        </p:spPr>
      </p:sp>
      <p:pic>
        <p:nvPicPr>
          <p:cNvPr id="6" name="Photo slo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057400"/>
            <a:ext cx="548640" cy="548640"/>
          </a:xfrm>
          <a:prstGeom prst="rect">
            <a:avLst/>
          </a:prstGeom>
        </p:spPr>
      </p:pic>
      <p:sp>
        <p:nvSpPr>
          <p:cNvPr id="7" name="Photo slot label"/>
          <p:cNvSpPr txBox="1"/>
          <p:nvPr/>
        </p:nvSpPr>
        <p:spPr>
          <a:xfrm>
            <a:off x="548640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Paste a photo of the restaurant</a:t>
            </a:r>
            <a:endParaRPr lang="en-US" sz="1400" dirty="0"/>
          </a:p>
        </p:txBody>
      </p:sp>
      <p:pic>
        <p:nvPicPr>
          <p:cNvPr id="8" name="Star dood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54864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chip"/>
          <p:cNvSpPr txBox="1"/>
          <p:nvPr/>
        </p:nvSpPr>
        <p:spPr>
          <a:xfrm rot="-120000">
            <a:off x="548640" y="914400"/>
            <a:ext cx="118872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PART 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Bowling at Playtime Bowling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63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2:00 – 3:30 PM</a:t>
            </a:r>
            <a:endParaRPr lang="en-US" sz="2000" dirty="0"/>
          </a:p>
        </p:txBody>
      </p:sp>
      <p:sp>
        <p:nvSpPr>
          <p:cNvPr id="5" name="Photo slot (delete &amp; paste photo)"/>
          <p:cNvSpPr/>
          <p:nvPr/>
        </p:nvSpPr>
        <p:spPr>
          <a:xfrm>
            <a:off x="5486400" y="640080"/>
            <a:ext cx="3200400" cy="3840480"/>
          </a:xfrm>
          <a:prstGeom prst="roundRect">
            <a:avLst>
              <a:gd name="adj" fmla="val 4286"/>
            </a:avLst>
          </a:prstGeom>
          <a:solidFill>
            <a:schemeClr val="bg1">
              <a:alpha val="85000"/>
            </a:schemeClr>
          </a:solidFill>
          <a:ln w="19050">
            <a:solidFill>
              <a:schemeClr val="tx2"/>
            </a:solidFill>
            <a:prstDash val="dash"/>
          </a:ln>
        </p:spPr>
      </p:sp>
      <p:pic>
        <p:nvPicPr>
          <p:cNvPr id="6" name="Photo slo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057400"/>
            <a:ext cx="548640" cy="548640"/>
          </a:xfrm>
          <a:prstGeom prst="rect">
            <a:avLst/>
          </a:prstGeom>
        </p:spPr>
      </p:pic>
      <p:sp>
        <p:nvSpPr>
          <p:cNvPr id="7" name="Photo slot label"/>
          <p:cNvSpPr txBox="1"/>
          <p:nvPr/>
        </p:nvSpPr>
        <p:spPr>
          <a:xfrm>
            <a:off x="548640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Paste a bowling photo</a:t>
            </a:r>
            <a:endParaRPr lang="en-US" sz="1400" dirty="0"/>
          </a:p>
        </p:txBody>
      </p:sp>
      <p:pic>
        <p:nvPicPr>
          <p:cNvPr id="8" name="Star dood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411480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ghlight"/>
          <p:cNvSpPr/>
          <p:nvPr/>
        </p:nvSpPr>
        <p:spPr>
          <a:xfrm rot="-120000">
            <a:off x="502920" y="2331720"/>
            <a:ext cx="4114800" cy="6858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THANKS FOR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PLAYING!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Great work today, T&amp;D team. See you at the next Connect!</a:t>
            </a:r>
            <a:endParaRPr lang="en-US" sz="1800" dirty="0"/>
          </a:p>
        </p:txBody>
      </p:sp>
      <p:sp>
        <p:nvSpPr>
          <p:cNvPr id="5" name="Connector doodle"/>
          <p:cNvSpPr/>
          <p:nvPr/>
        </p:nvSpPr>
        <p:spPr>
          <a:xfrm>
            <a:off x="5715000" y="1051560"/>
            <a:ext cx="1325880" cy="1508760"/>
          </a:xfrm>
          <a:prstGeom prst="line">
            <a:avLst/>
          </a:prstGeom>
          <a:noFill/>
          <a:ln w="19050">
            <a:solidFill>
              <a:srgbClr val="5A5A66"/>
            </a:solidFill>
            <a:prstDash val="dash"/>
          </a:ln>
        </p:spPr>
      </p:sp>
      <p:sp>
        <p:nvSpPr>
          <p:cNvPr id="6" name="Connector doodle"/>
          <p:cNvSpPr/>
          <p:nvPr/>
        </p:nvSpPr>
        <p:spPr>
          <a:xfrm flipH="1">
            <a:off x="7040880" y="1143000"/>
            <a:ext cx="1325880" cy="1417320"/>
          </a:xfrm>
          <a:prstGeom prst="line">
            <a:avLst/>
          </a:prstGeom>
          <a:noFill/>
          <a:ln w="19050">
            <a:solidFill>
              <a:srgbClr val="5A5A66"/>
            </a:solidFill>
            <a:prstDash val="dash"/>
          </a:ln>
        </p:spPr>
      </p:sp>
      <p:sp>
        <p:nvSpPr>
          <p:cNvPr id="7" name="Connector doodle"/>
          <p:cNvSpPr/>
          <p:nvPr/>
        </p:nvSpPr>
        <p:spPr>
          <a:xfrm flipH="1">
            <a:off x="5760720" y="2560320"/>
            <a:ext cx="1280160" cy="1463040"/>
          </a:xfrm>
          <a:prstGeom prst="line">
            <a:avLst/>
          </a:prstGeom>
          <a:noFill/>
          <a:ln w="19050">
            <a:solidFill>
              <a:srgbClr val="5A5A66"/>
            </a:solidFill>
            <a:prstDash val="dash"/>
          </a:ln>
        </p:spPr>
      </p:sp>
      <p:sp>
        <p:nvSpPr>
          <p:cNvPr id="8" name="Connector doodle"/>
          <p:cNvSpPr/>
          <p:nvPr/>
        </p:nvSpPr>
        <p:spPr>
          <a:xfrm>
            <a:off x="7040880" y="2560320"/>
            <a:ext cx="1280160" cy="1417320"/>
          </a:xfrm>
          <a:prstGeom prst="line">
            <a:avLst/>
          </a:prstGeom>
          <a:noFill/>
          <a:ln w="19050">
            <a:solidFill>
              <a:srgbClr val="5A5A66"/>
            </a:solidFill>
            <a:prstDash val="dash"/>
          </a:ln>
        </p:spPr>
      </p:sp>
      <p:sp>
        <p:nvSpPr>
          <p:cNvPr id="9" name="Team circle"/>
          <p:cNvSpPr/>
          <p:nvPr/>
        </p:nvSpPr>
        <p:spPr>
          <a:xfrm>
            <a:off x="6080760" y="1600200"/>
            <a:ext cx="1920240" cy="1920240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bg1"/>
            </a:solidFill>
            <a:prstDash val="solid"/>
          </a:ln>
        </p:spPr>
      </p:sp>
      <p:pic>
        <p:nvPicPr>
          <p:cNvPr id="10" name="Tea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011680"/>
            <a:ext cx="1097280" cy="1097280"/>
          </a:xfrm>
          <a:prstGeom prst="rect">
            <a:avLst/>
          </a:prstGeom>
        </p:spPr>
      </p:pic>
      <p:sp>
        <p:nvSpPr>
          <p:cNvPr id="11" name="Icon circle"/>
          <p:cNvSpPr/>
          <p:nvPr/>
        </p:nvSpPr>
        <p:spPr>
          <a:xfrm>
            <a:off x="5303520" y="640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571" y="821131"/>
            <a:ext cx="460858" cy="460858"/>
          </a:xfrm>
          <a:prstGeom prst="rect">
            <a:avLst/>
          </a:prstGeom>
        </p:spPr>
      </p:pic>
      <p:sp>
        <p:nvSpPr>
          <p:cNvPr id="13" name="Icon circle"/>
          <p:cNvSpPr/>
          <p:nvPr/>
        </p:nvSpPr>
        <p:spPr>
          <a:xfrm>
            <a:off x="7955280" y="7315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331" y="912571"/>
            <a:ext cx="460858" cy="460858"/>
          </a:xfrm>
          <a:prstGeom prst="rect">
            <a:avLst/>
          </a:prstGeom>
        </p:spPr>
      </p:pic>
      <p:sp>
        <p:nvSpPr>
          <p:cNvPr id="15" name="Icon circle"/>
          <p:cNvSpPr/>
          <p:nvPr/>
        </p:nvSpPr>
        <p:spPr>
          <a:xfrm>
            <a:off x="5349240" y="361188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0291" y="3792931"/>
            <a:ext cx="460858" cy="460858"/>
          </a:xfrm>
          <a:prstGeom prst="rect">
            <a:avLst/>
          </a:prstGeom>
        </p:spPr>
      </p:pic>
      <p:sp>
        <p:nvSpPr>
          <p:cNvPr id="17" name="Icon circle"/>
          <p:cNvSpPr/>
          <p:nvPr/>
        </p:nvSpPr>
        <p:spPr>
          <a:xfrm>
            <a:off x="7909560" y="35661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0611" y="3747211"/>
            <a:ext cx="460858" cy="460858"/>
          </a:xfrm>
          <a:prstGeom prst="rect">
            <a:avLst/>
          </a:prstGeom>
        </p:spPr>
      </p:pic>
      <p:pic>
        <p:nvPicPr>
          <p:cNvPr id="19" name="Star doodl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914400"/>
            <a:ext cx="347472" cy="347472"/>
          </a:xfrm>
          <a:prstGeom prst="rect">
            <a:avLst/>
          </a:prstGeom>
        </p:spPr>
      </p:pic>
      <p:pic>
        <p:nvPicPr>
          <p:cNvPr id="20" name="Star doodl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4343400"/>
            <a:ext cx="274320" cy="274320"/>
          </a:xfrm>
          <a:prstGeom prst="rect">
            <a:avLst/>
          </a:prstGeom>
        </p:spPr>
      </p:pic>
      <p:pic>
        <p:nvPicPr>
          <p:cNvPr id="21" name="Star doodl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411480"/>
            <a:ext cx="292608" cy="292608"/>
          </a:xfrm>
          <a:prstGeom prst="rect">
            <a:avLst/>
          </a:prstGeom>
        </p:spPr>
      </p:pic>
      <p:pic>
        <p:nvPicPr>
          <p:cNvPr id="22" name="Star doodl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1080" y="2606040"/>
            <a:ext cx="237744" cy="237744"/>
          </a:xfrm>
          <a:prstGeom prst="rect">
            <a:avLst/>
          </a:prstGeom>
        </p:spPr>
      </p:pic>
      <p:sp>
        <p:nvSpPr>
          <p:cNvPr id="23" name="Sparkle doodle"/>
          <p:cNvSpPr/>
          <p:nvPr/>
        </p:nvSpPr>
        <p:spPr>
          <a:xfrm>
            <a:off x="411480" y="713232"/>
            <a:ext cx="914" cy="128016"/>
          </a:xfrm>
          <a:prstGeom prst="line">
            <a:avLst/>
          </a:prstGeom>
          <a:noFill/>
          <a:ln w="28575">
            <a:solidFill>
              <a:srgbClr val="2FB3B5"/>
            </a:solidFill>
            <a:prstDash val="solid"/>
          </a:ln>
        </p:spPr>
      </p:sp>
      <p:sp>
        <p:nvSpPr>
          <p:cNvPr id="24" name="Sparkle doodle"/>
          <p:cNvSpPr/>
          <p:nvPr/>
        </p:nvSpPr>
        <p:spPr>
          <a:xfrm flipH="1">
            <a:off x="466344" y="768096"/>
            <a:ext cx="91440" cy="91440"/>
          </a:xfrm>
          <a:prstGeom prst="line">
            <a:avLst/>
          </a:prstGeom>
          <a:noFill/>
          <a:ln w="28575">
            <a:solidFill>
              <a:srgbClr val="2FB3B5"/>
            </a:solidFill>
            <a:prstDash val="solid"/>
          </a:ln>
        </p:spPr>
      </p:sp>
      <p:sp>
        <p:nvSpPr>
          <p:cNvPr id="25" name="Sparkle doodle"/>
          <p:cNvSpPr/>
          <p:nvPr/>
        </p:nvSpPr>
        <p:spPr>
          <a:xfrm>
            <a:off x="265176" y="768096"/>
            <a:ext cx="91440" cy="91440"/>
          </a:xfrm>
          <a:prstGeom prst="line">
            <a:avLst/>
          </a:prstGeom>
          <a:noFill/>
          <a:ln w="28575">
            <a:solidFill>
              <a:srgbClr val="2FB3B5"/>
            </a:solidFill>
            <a:prstDash val="solid"/>
          </a:ln>
        </p:spPr>
      </p:sp>
      <p:sp>
        <p:nvSpPr>
          <p:cNvPr id="26" name="Sparkle doodle"/>
          <p:cNvSpPr/>
          <p:nvPr/>
        </p:nvSpPr>
        <p:spPr>
          <a:xfrm>
            <a:off x="5074920" y="804672"/>
            <a:ext cx="914" cy="128016"/>
          </a:xfrm>
          <a:prstGeom prst="line">
            <a:avLst/>
          </a:prstGeom>
          <a:noFill/>
          <a:ln w="28575">
            <a:solidFill>
              <a:srgbClr val="EE4D8B"/>
            </a:solidFill>
            <a:prstDash val="solid"/>
          </a:ln>
        </p:spPr>
      </p:sp>
      <p:sp>
        <p:nvSpPr>
          <p:cNvPr id="27" name="Sparkle doodle"/>
          <p:cNvSpPr/>
          <p:nvPr/>
        </p:nvSpPr>
        <p:spPr>
          <a:xfrm flipH="1">
            <a:off x="5129784" y="859536"/>
            <a:ext cx="91440" cy="91440"/>
          </a:xfrm>
          <a:prstGeom prst="line">
            <a:avLst/>
          </a:prstGeom>
          <a:noFill/>
          <a:ln w="28575">
            <a:solidFill>
              <a:srgbClr val="EE4D8B"/>
            </a:solidFill>
            <a:prstDash val="solid"/>
          </a:ln>
        </p:spPr>
      </p:sp>
      <p:sp>
        <p:nvSpPr>
          <p:cNvPr id="28" name="Sparkle doodle"/>
          <p:cNvSpPr/>
          <p:nvPr/>
        </p:nvSpPr>
        <p:spPr>
          <a:xfrm>
            <a:off x="4928616" y="859536"/>
            <a:ext cx="91440" cy="91440"/>
          </a:xfrm>
          <a:prstGeom prst="line">
            <a:avLst/>
          </a:prstGeom>
          <a:noFill/>
          <a:ln w="28575">
            <a:solidFill>
              <a:srgbClr val="EE4D8B"/>
            </a:solidFill>
            <a:prstDash val="solid"/>
          </a:ln>
        </p:spPr>
      </p:sp>
      <p:sp>
        <p:nvSpPr>
          <p:cNvPr id="29" name="Sparkle doodle"/>
          <p:cNvSpPr/>
          <p:nvPr/>
        </p:nvSpPr>
        <p:spPr>
          <a:xfrm>
            <a:off x="7863840" y="4599432"/>
            <a:ext cx="914" cy="128016"/>
          </a:xfrm>
          <a:prstGeom prst="line">
            <a:avLst/>
          </a:prstGeom>
          <a:noFill/>
          <a:ln w="28575">
            <a:solidFill>
              <a:srgbClr val="7B4FD6"/>
            </a:solidFill>
            <a:prstDash val="solid"/>
          </a:ln>
        </p:spPr>
      </p:sp>
      <p:sp>
        <p:nvSpPr>
          <p:cNvPr id="30" name="Sparkle doodle"/>
          <p:cNvSpPr/>
          <p:nvPr/>
        </p:nvSpPr>
        <p:spPr>
          <a:xfrm flipH="1">
            <a:off x="7918704" y="4654296"/>
            <a:ext cx="91440" cy="91440"/>
          </a:xfrm>
          <a:prstGeom prst="line">
            <a:avLst/>
          </a:prstGeom>
          <a:noFill/>
          <a:ln w="28575">
            <a:solidFill>
              <a:srgbClr val="7B4FD6"/>
            </a:solidFill>
            <a:prstDash val="solid"/>
          </a:ln>
        </p:spPr>
      </p:sp>
      <p:sp>
        <p:nvSpPr>
          <p:cNvPr id="31" name="Sparkle doodle"/>
          <p:cNvSpPr/>
          <p:nvPr/>
        </p:nvSpPr>
        <p:spPr>
          <a:xfrm>
            <a:off x="7717536" y="4654296"/>
            <a:ext cx="91440" cy="91440"/>
          </a:xfrm>
          <a:prstGeom prst="line">
            <a:avLst/>
          </a:prstGeom>
          <a:noFill/>
          <a:ln w="28575">
            <a:solidFill>
              <a:srgbClr val="7B4FD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T&amp;D Connect">
  <a:themeElements>
    <a:clrScheme name="T&amp;D Connect">
      <a:dk1>
        <a:srgbClr val="1F1F24"/>
      </a:dk1>
      <a:lt1>
        <a:srgbClr val="FFFFFF"/>
      </a:lt1>
      <a:dk2>
        <a:srgbClr val="5A5A66"/>
      </a:dk2>
      <a:lt2>
        <a:srgbClr val="F5F1EB"/>
      </a:lt2>
      <a:accent1>
        <a:srgbClr val="EE4D8B"/>
      </a:accent1>
      <a:accent2>
        <a:srgbClr val="2FB3B5"/>
      </a:accent2>
      <a:accent3>
        <a:srgbClr val="FFC93C"/>
      </a:accent3>
      <a:accent4>
        <a:srgbClr val="5B8DEF"/>
      </a:accent4>
      <a:accent5>
        <a:srgbClr val="F2843A"/>
      </a:accent5>
      <a:accent6>
        <a:srgbClr val="7B4FD6"/>
      </a:accent6>
      <a:hlink>
        <a:srgbClr val="5B8DEF"/>
      </a:hlink>
      <a:folHlink>
        <a:srgbClr val="7B4FD6"/>
      </a:folHlink>
    </a:clrScheme>
    <a:fontScheme name="T&amp;D Connect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T&amp;D Connect – October 22</dc:title>
  <dc:subject>PptxGenJS Presentation</dc:subject>
  <dc:creator>Zilin</dc:creator>
  <cp:lastModifiedBy>Zilin</cp:lastModifiedBy>
  <cp:revision>1</cp:revision>
  <dcterms:created xsi:type="dcterms:W3CDTF">2026-10-16T14:42:24Z</dcterms:created>
  <dcterms:modified xsi:type="dcterms:W3CDTF">2026-10-16T14:42:24Z</dcterms:modified>
</cp:coreProperties>
</file>